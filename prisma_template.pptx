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47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931" autoAdjust="0"/>
  </p:normalViewPr>
  <p:slideViewPr>
    <p:cSldViewPr snapToGrid="0">
      <p:cViewPr varScale="1">
        <p:scale>
          <a:sx n="97" d="100"/>
          <a:sy n="9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525E0-BCE2-4317-BCD3-CB0F110DFCE9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49F9F-7694-4F95-A5D4-94ADC4F28E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10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FBB9-B979-55CC-F521-068D904BF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94D9D6-CB43-CF53-DAD1-85F882304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CC9F1D-14B7-A9CC-CEAE-CE83DD4C6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of the given and family names of each author to represent the same person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(n=000); 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A9855C-7B47-2FDF-95AE-5022626FE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D49F9F-7694-4F95-A5D4-94ADC4F28ED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91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4D0EA-3249-91A8-6E6F-F42B14AAC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41F521-05DB-5344-2A9A-E9B204714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23722B-00FB-6333-E0C5-CFF8D597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108DD3-6A61-1F4A-A4FA-2744DAC4E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97FEA4-A244-A70D-9065-430C95F4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48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94CE6-16B1-7858-2F29-FD8EC212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B1BC32-D80D-CF84-82E1-AD2BF31A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4AE23F-6FE2-F2DF-4ECA-87A54BE7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9C28FF-92ED-CB4F-C9FC-B061B06D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0188B1-785A-F663-29DA-252B5A25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35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671D9-6603-5878-AA21-48EC7A74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4B36A1-C0BA-A6C4-BDCD-ACB5F03CD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FEF84E-66E6-24F4-72CE-D7B0B2C5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B6CDBA-C645-8092-F118-A449D91B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822D2-479A-010A-58E5-25AFAAB6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9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D1134-0558-3214-5FB3-D437BB8C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331468-F6CB-AE33-0AEA-D078D5B89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6CF304-2013-05BB-02A7-0A8FA4D63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0A0F56-BBF9-4A9E-6C0C-B19D22EB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9044FA-0404-BDF7-CF3B-B335353D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D72E9E-3C36-43E5-D13F-B607705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94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1354C-FF0B-B9D2-16E2-24AA87E4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2EED25-28A0-CEBF-67F4-ABFC7A75E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211879-5706-B662-80E7-BB33DB9E8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FBC4BE-650E-417A-4142-A195965F1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81BB50-685C-E3CC-4B64-9D3833835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CB380D-BB7D-B15E-B12E-7E64DB5E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FE8A0A-3A0C-EBA3-E57D-44B79212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693169-5E3F-AE74-3E8E-BD649DF1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64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D9B9F-6B8B-6E38-B9BA-5798F0D92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F8EC74-FE93-5E64-98BE-0BE02B3A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3DC630-C847-5058-4BA5-717B0924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71F4BA-D0FB-891F-6602-803C10F8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72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D260FF-7414-1C4F-FD6F-8348D74F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EF9A59-AEE4-5F9E-43BC-20E95CC8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F7EBB8-CDA3-5E7D-68EF-402B568A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23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56AE8-F089-5A9E-1235-D25A57AD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379424-FD53-1775-E31C-FDD126A0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228469-1713-3841-42AA-64109E8D8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017749-6045-8BD1-1E69-15C290B8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121D8-759B-D56B-178D-755AFB0B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BEC2F7-F020-262E-4954-42FCBD0B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08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93BB1-7345-CD1D-AC21-C379BE76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1698DF-0DD1-FDF5-C7F0-8550ED34E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819AF7-49F1-758B-7D9E-94081E68C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45043D-5A51-C50E-3100-B79F587D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A4B77F-AB7B-B958-2600-E838C980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A116E1-6655-E61C-C7CC-51BDCE68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9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AD1C4-2B0B-7939-CB86-59F600AE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83C5B9-682E-4708-7587-43F4D4EC7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CF8828-BAA8-C5EA-374E-BF2443E4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C3B58B-52E1-BF0F-29D8-DE654E51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24025A-C964-08AE-C52C-F757B68E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74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B1E39A-9AE7-AC00-54BC-5685F588D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462649-7042-3C60-F26E-7FA70EC8E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0028DB-47BB-F417-BB4A-FF192F3E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B7317C-E42E-6934-DB1D-9832ADA8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0D5348-FEBC-1029-C8B8-019FDEEB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46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488C73D-BE15-EAF7-7153-A4616818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701E7B-9D1C-C794-1A18-5475A37C5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FBB27D-410E-6239-17B9-EE6EFBAE6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F92A6-E4EE-42B4-98F9-0595F00FE586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73D66-8098-29D3-A549-3686CD5FC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EF3B56-7A2A-5B72-FE59-66FB1A8A9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C7A1C-9D71-4268-A942-4D3AB6368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08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1DD2-3070-178D-D50E-D544E329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A632E702-4004-B69C-CDD0-429A2F5EC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7647" y="127590"/>
            <a:ext cx="7676706" cy="641360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A63B9C0-A828-B9C4-74A5-2C7006DB08E4}"/>
              </a:ext>
            </a:extLst>
          </p:cNvPr>
          <p:cNvSpPr txBox="1"/>
          <p:nvPr/>
        </p:nvSpPr>
        <p:spPr>
          <a:xfrm rot="16200000">
            <a:off x="2151284" y="1364503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pt-B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BC5075-6E15-3845-CBBB-835E3B34FE1E}"/>
              </a:ext>
            </a:extLst>
          </p:cNvPr>
          <p:cNvSpPr txBox="1"/>
          <p:nvPr/>
        </p:nvSpPr>
        <p:spPr>
          <a:xfrm rot="16200000">
            <a:off x="2152887" y="3563961"/>
            <a:ext cx="1217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  <a:endParaRPr lang="pt-BR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47E2881-90B4-147C-9044-5948E5FD16D1}"/>
              </a:ext>
            </a:extLst>
          </p:cNvPr>
          <p:cNvSpPr txBox="1"/>
          <p:nvPr/>
        </p:nvSpPr>
        <p:spPr>
          <a:xfrm rot="16200000">
            <a:off x="2152887" y="5657691"/>
            <a:ext cx="1217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Inclusion</a:t>
            </a:r>
            <a:endParaRPr lang="pt-BR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299CD7-9A6F-E38C-12BC-A35E8400200F}"/>
              </a:ext>
            </a:extLst>
          </p:cNvPr>
          <p:cNvSpPr txBox="1"/>
          <p:nvPr/>
        </p:nvSpPr>
        <p:spPr>
          <a:xfrm>
            <a:off x="4012560" y="361774"/>
            <a:ext cx="484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bibliographic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C979D8-B672-8DF4-2B7F-7A7BE909587F}"/>
              </a:ext>
            </a:extLst>
          </p:cNvPr>
          <p:cNvSpPr txBox="1"/>
          <p:nvPr/>
        </p:nvSpPr>
        <p:spPr>
          <a:xfrm>
            <a:off x="3216158" y="1008989"/>
            <a:ext cx="26328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CrossRef</a:t>
            </a:r>
            <a:b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“digital” in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jornal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AJG ranking (n=)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A9798AD-1C3A-CE64-2CF7-908D1D9026D1}"/>
              </a:ext>
            </a:extLst>
          </p:cNvPr>
          <p:cNvSpPr txBox="1"/>
          <p:nvPr/>
        </p:nvSpPr>
        <p:spPr>
          <a:xfrm>
            <a:off x="3331766" y="3494691"/>
            <a:ext cx="2408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(Abstracts)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(n=)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08DB18B-C1E5-DE6D-62D3-874FCDF9BF6A}"/>
              </a:ext>
            </a:extLst>
          </p:cNvPr>
          <p:cNvSpPr txBox="1"/>
          <p:nvPr/>
        </p:nvSpPr>
        <p:spPr>
          <a:xfrm>
            <a:off x="7020908" y="3489431"/>
            <a:ext cx="2632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Existent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(n=);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(n=);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(n=0)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9B87D76-6565-DCE7-2789-5FEF0876511F}"/>
              </a:ext>
            </a:extLst>
          </p:cNvPr>
          <p:cNvSpPr txBox="1"/>
          <p:nvPr/>
        </p:nvSpPr>
        <p:spPr>
          <a:xfrm>
            <a:off x="3394830" y="2606553"/>
            <a:ext cx="2632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8A9198-11D2-4C7A-0250-436D35E32695}"/>
              </a:ext>
            </a:extLst>
          </p:cNvPr>
          <p:cNvSpPr txBox="1"/>
          <p:nvPr/>
        </p:nvSpPr>
        <p:spPr>
          <a:xfrm>
            <a:off x="7010398" y="2396335"/>
            <a:ext cx="27326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(n=); Non-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articles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(n=0);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Retracted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articles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(n=0)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1FBBCA5-B241-231E-797F-68D804B511DD}"/>
              </a:ext>
            </a:extLst>
          </p:cNvPr>
          <p:cNvSpPr txBox="1"/>
          <p:nvPr/>
        </p:nvSpPr>
        <p:spPr>
          <a:xfrm>
            <a:off x="3326509" y="4493161"/>
            <a:ext cx="2408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(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5448752-64F6-4FF5-A1A6-79260EE3F8CD}"/>
              </a:ext>
            </a:extLst>
          </p:cNvPr>
          <p:cNvSpPr txBox="1"/>
          <p:nvPr/>
        </p:nvSpPr>
        <p:spPr>
          <a:xfrm>
            <a:off x="7028780" y="4331060"/>
            <a:ext cx="28740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(given and family names) 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(n=); Records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(n=); Records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excluded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(n=50)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7C34712-A084-3116-291D-E5C990D99812}"/>
              </a:ext>
            </a:extLst>
          </p:cNvPr>
          <p:cNvSpPr txBox="1"/>
          <p:nvPr/>
        </p:nvSpPr>
        <p:spPr>
          <a:xfrm>
            <a:off x="3226659" y="5670327"/>
            <a:ext cx="2580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review (n=)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815A23D-D67C-73A7-291D-14F4CCEA336F}"/>
              </a:ext>
            </a:extLst>
          </p:cNvPr>
          <p:cNvSpPr txBox="1"/>
          <p:nvPr/>
        </p:nvSpPr>
        <p:spPr>
          <a:xfrm>
            <a:off x="6994628" y="1035955"/>
            <a:ext cx="27326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‘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*’, it includes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retailer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retailing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retailers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or lowercase at the beginning) 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(n=)</a:t>
            </a:r>
          </a:p>
        </p:txBody>
      </p:sp>
    </p:spTree>
    <p:extLst>
      <p:ext uri="{BB962C8B-B14F-4D97-AF65-F5344CB8AC3E}">
        <p14:creationId xmlns:p14="http://schemas.microsoft.com/office/powerpoint/2010/main" val="4188037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20411</TotalTime>
  <Words>165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Imagem .SVG para preenchimento</dc:title>
  <dc:subject>Redação de Artigo de Revisão (RAR)</dc:subject>
  <dc:creator>Prof. Dr. José Favaretto</dc:creator>
  <cp:keywords>PRISMA - modelo</cp:keywords>
  <cp:lastModifiedBy>Henrique Moura</cp:lastModifiedBy>
  <cp:revision>25</cp:revision>
  <dcterms:created xsi:type="dcterms:W3CDTF">2026-04-28T13:11:58Z</dcterms:created>
  <dcterms:modified xsi:type="dcterms:W3CDTF">2026-06-25T14:19:03Z</dcterms:modified>
</cp:coreProperties>
</file>